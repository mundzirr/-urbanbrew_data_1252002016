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6154" y="994569"/>
            <a:ext cx="3271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Brew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53313" y="1908969"/>
            <a:ext cx="2437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Coffee Strategy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03498" y="2747169"/>
            <a:ext cx="39370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Nama: [Your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03498" y="3097609"/>
            <a:ext cx="39370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NIM: [Student ID]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03498" y="3448050"/>
            <a:ext cx="39370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Kuliah: Data Analysis &amp; Business Intelligence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03498" y="3798491"/>
            <a:ext cx="39370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Tahun: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&amp; Tujuan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60"/>
            <a:ext cx="808329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Masalah yang Dihadapi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914400" y="1810445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belum stabil dan sulit diprediksi antar lokasi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tahu produk dan cabang mana yang paling menguntungkan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memiliki data-driven strategy untuk growth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3269556"/>
            <a:ext cx="808329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6"/>
              </a:lnSpc>
              <a:buNone/>
            </a:pPr>
            <a:r>
              <a:rPr lang="en-US" sz="168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Tujuan Analisis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914400" y="3754140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Menemukan produk terlaris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kategori dengan profit margin tertinggi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Menentukan lokasi paling cuan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opportunity growth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rekomendasi strategi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untuk meningkatkan revenue 8-12%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Metodologi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61"/>
            <a:ext cx="8083296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Sumber Data</a:t>
            </a:r>
            <a:endParaRPr lang="en-US" sz="1560" dirty="0"/>
          </a:p>
        </p:txBody>
      </p:sp>
      <p:sp>
        <p:nvSpPr>
          <p:cNvPr id="4" name="Text 2"/>
          <p:cNvSpPr/>
          <p:nvPr/>
        </p:nvSpPr>
        <p:spPr>
          <a:xfrm>
            <a:off x="609600" y="1792188"/>
            <a:ext cx="808329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UrbanBrew Transaction Dataset (Januari 1–18, 2023)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218830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transaksi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lokasi: Lower Manhattan, Hell's Kitchen, Astoria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kategori produk dengan tracking detail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677941"/>
            <a:ext cx="8083296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 &amp; Metodologi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09600" y="4144268"/>
            <a:ext cx="808329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(Pandas), Excel, Data Visualization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4494709"/>
            <a:ext cx="808329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Langkah: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0661"/>
            <a:ext cx="3848100" cy="27366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630661"/>
            <a:ext cx="3848100" cy="27366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519712"/>
            <a:ext cx="7924800" cy="7679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Utama: Key Findings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6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Top Kategori Produk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1935461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Coffee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8200" y="2285901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38,1% revenue | 3.893 transaksi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669878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🍵 Tea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8200" y="3020318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 revenue | 3.090 transaksi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404295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🍰 Bakery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200" y="3754736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11,6% revenue | 1.496 transaksi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686300" y="124966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Performa Lokasi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4900" y="1935461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Hell's Kitchen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14900" y="2285901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16.525 | 35,5% total penjualan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4914900" y="2669878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Astoria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14900" y="3020318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15.381 | 33,1% total penjualan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914900" y="3404295"/>
            <a:ext cx="345871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Lower Manhattan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14900" y="3754736"/>
            <a:ext cx="345871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14.586 | 31,4% (Growth Opportunity)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800100" y="4672112"/>
            <a:ext cx="75819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penjualan Rp 46.491 dari 10.000 transaksi | Rata-rata Rp 4,65/transaksi | Hot beverages = 78,9% revenue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1977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" y="1478261"/>
            <a:ext cx="45720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2599830"/>
            <a:ext cx="7924800" cy="11977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828430"/>
            <a:ext cx="45720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3949998"/>
            <a:ext cx="7924800" cy="1197769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4178598"/>
            <a:ext cx="45720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Rekomendasi Strategis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47800" y="1478261"/>
            <a:ext cx="6995160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Optimalisasi Hell's Kitchen &amp; Growth Lower Manhattan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47800" y="1755677"/>
            <a:ext cx="68580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best practices dari Hell's Kitchen ke lokasi lain. Implementasikan upselling strategy di Lower Manhattan untuk naik 5,3% ke level Hell's Kitchen.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447800" y="2828430"/>
            <a:ext cx="6995160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Coffee &amp; Tea Premium Lines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447800" y="3105845"/>
            <a:ext cx="68580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(38,1%) dan Tea (27,7%) adalah core business. Develop premium tier dengan specialty blends dan seasonal offerings untuk increase average transaction value.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447800" y="4178598"/>
            <a:ext cx="6995160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High-Value Product Tier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447800" y="4456014"/>
            <a:ext cx="68580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products = 47,8% revenue dari 27,81% transaksi. Expand Coffee Beans (Rp 27/transaksi) &amp; Branded items dengan exclusive collections dan premium positioning.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2025-12-15T08:59:43Z</dcterms:created>
  <dcterms:modified xsi:type="dcterms:W3CDTF">2025-12-15T08:59:43Z</dcterms:modified>
</cp:coreProperties>
</file>